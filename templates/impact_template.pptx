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348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B1962-D926-BCF3-1C15-5D7909CE76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633EFEA-74D4-3B61-0709-585649F1C2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8C45FC-2659-E397-01B4-6F9E414B7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312D2-9286-4EE8-B871-8A35D910EF8A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B8CEEA-BE74-CDC9-8AE3-EE0759283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9E763B-60D8-13AB-1EDF-4E5C1A6D8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DF705-716A-4F00-BBCC-D1A3F7D6B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85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397C3-00F8-6C16-1A74-56624FF3A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453FBB-0530-2184-6E23-BA4E394F0A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CCDEE3-0D67-93EF-5B57-C04FD96B2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312D2-9286-4EE8-B871-8A35D910EF8A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97151-B0D6-72F7-8DF2-5A564BBB90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106E89-C46F-9967-173E-96C31E9E0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DF705-716A-4F00-BBCC-D1A3F7D6B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099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E9CEC4-FEA6-35B7-738E-A0B93A030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991024-1483-FE9F-0483-954EC4E757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C9C6B8-50B3-9E73-FC9A-C48F9E276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312D2-9286-4EE8-B871-8A35D910EF8A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CBB675-A9A1-D3DC-B44A-D1D78591B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025AB9-820C-222D-413D-E43D96D1B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DF705-716A-4F00-BBCC-D1A3F7D6B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321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58F463-F124-EFB0-14B0-2A1173BD0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B11FF5-F70C-C11C-414F-274BD2EBC3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62D57D-A8D7-D6DC-5F81-83ADD0E442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F0C61F-4359-5DE2-12C9-9D00B168F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312D2-9286-4EE8-B871-8A35D910EF8A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899E1D-7124-E30B-2974-C0301DC11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6BEC64-381C-84FF-DBC1-767867C4A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DF705-716A-4F00-BBCC-D1A3F7D6B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38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E36E6-2F8D-00F3-CAF6-EF571E73B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2116A3-A227-C67D-D04E-35BEC8DA6C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095CAF-34A4-A3CD-9F1E-AE73383520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125A923-783E-C8DC-AEE8-0A6B36EEF4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7714D-CE84-0C77-BBB5-E7B55276D6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B9A587-EE49-0829-D864-683BA3E23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312D2-9286-4EE8-B871-8A35D910EF8A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5DA5D6-040E-513D-9546-517CE8052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1D344B-13D0-8B91-C0C2-815524537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DF705-716A-4F00-BBCC-D1A3F7D6B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840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70CED6-4278-FB8A-2AD5-7FED0694A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B6CF79-B223-5B78-038D-32AE17AFC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312D2-9286-4EE8-B871-8A35D910EF8A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8DD4B1-9B65-E902-996C-C4BF6D4509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210F66-36D8-EB81-457D-620339937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DF705-716A-4F00-BBCC-D1A3F7D6B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132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3EEB04-C0EE-450E-ED90-057447067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312D2-9286-4EE8-B871-8A35D910EF8A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E241B9-2D65-8F2A-6061-A7D786782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B03AAF-616E-6E8B-FB19-92DEA1CB9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DF705-716A-4F00-BBCC-D1A3F7D6B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062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CC5D8-B214-1CB4-8A2D-DCC7896C9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E061C6-61FB-634C-11DD-E9DBD2426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A338BA-A33B-4439-82CA-D8511E06AF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1521A9-395E-B2C2-6123-2B1DBEB8C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312D2-9286-4EE8-B871-8A35D910EF8A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4B17A4-A87D-168B-5D4D-E7FE06BDB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22880F-5AA6-A37F-0B26-AC5979C5E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DF705-716A-4F00-BBCC-D1A3F7D6B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61129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78F47-E407-EEA6-0AC2-D13A75351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20CA18-1F1E-7B6C-39C2-F0697D1A7058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42E04B-82EE-1354-F972-9C2A54F682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64ED3D-4B5F-A53D-6607-8E73AE337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312D2-9286-4EE8-B871-8A35D910EF8A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2A075C-E122-9DAC-8963-B11E7EA42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401F3C-3687-3F16-F79A-B349A2000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DF705-716A-4F00-BBCC-D1A3F7D6B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38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A9AED-2431-899A-75C9-9CD65B06A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DC1E7E-7C47-16A8-AD26-67FA3B78C9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516787-745C-C8ED-27B6-152C9DDB7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312D2-9286-4EE8-B871-8A35D910EF8A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07C49E-4295-A26F-8C49-BCB1732733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53BD81-43D2-8F96-15CA-C58745E54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DF705-716A-4F00-BBCC-D1A3F7D6B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90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49D51A-6339-07C5-F276-C3B106974F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4EE759-7253-9A79-6836-CF80C47EE7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37293-E281-8624-B5FB-CEA7801CD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6312D2-9286-4EE8-B871-8A35D910EF8A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D9D9F-988F-B961-76DC-2A5A731BE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809F85-2FE6-52B2-4D9B-82F7DB5DC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BDF705-716A-4F00-BBCC-D1A3F7D6B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469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A458D5D-7F4B-48CA-5806-F4B9B44A79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074C08-3E25-7ABC-8CB9-327390A7C5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77620-CBAE-F3C5-05FE-2F97DFB5C0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6312D2-9286-4EE8-B871-8A35D910EF8A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FFE87-507F-8826-78DC-5D1917260D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C4F7E4-488C-82EF-45CD-59B7AAD816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BDF705-716A-4F00-BBCC-D1A3F7D6B0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5847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795B14-BB6A-1A54-E141-73065F4C7E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Demo</a:t>
            </a:r>
            <a:br>
              <a:rPr lang="en-IN" dirty="0"/>
            </a:br>
            <a:r>
              <a:rPr lang="en-IN" dirty="0"/>
              <a:t>Start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300375-E10F-F01D-A9E2-97FB5B6A61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4166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E1583-1892-4918-06E3-AB21FAC31A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BCEDB-F7A7-7955-31BF-BAA3889F25A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Demo</a:t>
            </a:r>
            <a:br>
              <a:rPr lang="en-IN" dirty="0"/>
            </a:br>
            <a:r>
              <a:rPr lang="en-IN" dirty="0"/>
              <a:t>End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016BBA-6EE3-D8E2-46E6-E2F9392C3B4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233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Demo Start</vt:lpstr>
      <vt:lpstr>Demo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Kunal Wagh</dc:creator>
  <cp:lastModifiedBy>Kunal Wagh</cp:lastModifiedBy>
  <cp:revision>1</cp:revision>
  <dcterms:created xsi:type="dcterms:W3CDTF">2026-10-06T18:35:38Z</dcterms:created>
  <dcterms:modified xsi:type="dcterms:W3CDTF">2026-10-06T18:36:11Z</dcterms:modified>
</cp:coreProperties>
</file>